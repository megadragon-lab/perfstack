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818CF8"/>
                </a:solidFill>
              </a:rPr>
              <a:t>PerfStack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1F5F9"/>
                </a:solidFill>
              </a:rPr>
              <a:t>Load Testing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</a:rPr>
              <a:t>K6  ·  Grafana  ·  InfluxDB  ·  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FICO — epc_owner@fico.com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830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Why load testing matters before going to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2801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7830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Components, data flow, and deployment topology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4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429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K6, FastAPI, React, InfluxDB, Grafana, Kubernetes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83464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29260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429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End-to-end flow: from UI click to rendered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572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0749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Metrics, KPIs, Grafana charts — all in one HTML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480560"/>
            <a:ext cx="5486400" cy="14173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4572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366F1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5720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</a:rPr>
              <a:t>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0749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Running a real load test against a target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</a:rPr>
              <a:t>Performance issues discovered in production — not before.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</a:rPr>
              <a:t>No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APIs fail under real concurrency.
Problems only surface after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45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</a:rPr>
              <a:t>Manual &amp;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148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Running k6 locally means copy-pasting
commands, reading raw JSON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950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</a:rPr>
              <a:t>No shared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34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Individual developers test in silos.
No historical comparison, no team reports.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5486400" cy="201168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950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444"/>
                </a:solidFill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931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</a:rPr>
              <a:t>OAuth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4348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Target APIs require bearer tokens.
Token lifecycle is a manual chore.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18CF8"/>
                </a:solidFill>
              </a:rPr>
              <a:t>PerfStack solves all of this — one platform, zero manual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1143000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30352" y="1444752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1704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K6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60020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Load testing engine — VU-based, JS scripts,
Streams metrics to InfluxDB via xk6-output-influxdb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28232" y="1444752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117043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</a:rPr>
              <a:t>k6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60020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Kubernetes CRD — runs K6 as parallelized Jobs
(4 pods × configured VUs)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2316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" y="277063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4963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92608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Python backend — IAM auth, job lifecycle,
Grafana render API, HTML report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42316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28232" y="2770632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0840" y="249631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366F1"/>
                </a:solidFill>
              </a:rPr>
              <a:t>React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92608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Frontend SPA — test config, live pod monitor,
progressive chart loader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4904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0352" y="409651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8221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InfluxDB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425196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Time-series store — receives K6 metrics in real-time
Queried via InfluxQL compatibility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74904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28232" y="4096512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0840" y="382219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</a:rPr>
              <a:t>Grafana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25196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Dashboard + image renderer — panels rendered
to PNG via headless Chromium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7492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0352" y="5422392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51480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K3d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557784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Local Kubernetes cluster on Docker —
production-identical topology on a laptop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5074920"/>
            <a:ext cx="5577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28232" y="5422392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20840" y="51480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78BFA"/>
                </a:solidFill>
              </a:rPr>
              <a:t>nginx Ingress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2" y="5577840"/>
            <a:ext cx="5212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Single entry point — routes /api → backend,
/ → frontend, /grafana → Grafana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103120" cy="43891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" y="146304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4447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117"/>
                </a:solidFill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</a:rPr>
              <a:t>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Pick target URL, payload,
VUs, duration, IAM creds
in the React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3398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8608" y="1280160"/>
            <a:ext cx="2103120" cy="43891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01568" y="146304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4447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117"/>
                </a:solidFill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</a:rP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265176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Backend calls IAM OAuth2
(client credentials flow)
and caches Bearer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398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6" y="1280160"/>
            <a:ext cx="2103120" cy="43891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05856" y="14630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87568" y="14447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117"/>
                </a:solidFill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0056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</a:rPr>
              <a:t>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0056" y="265176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K6 Operator creates a
TestRun CRD — spins up
4 parallel K6 pods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398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87184" y="1280160"/>
            <a:ext cx="2103120" cy="43891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10144" y="146304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91856" y="14447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117"/>
                </a:solidFill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78BFA"/>
                </a:solidFill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4344" y="265176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K6 pods hammer the target
API and stream metrics to
InfluxDB every second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339852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3748"/>
                </a:solidFill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91472" y="1280160"/>
            <a:ext cx="2103120" cy="43891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14432" y="1463040"/>
            <a:ext cx="457200" cy="457200"/>
          </a:xfrm>
          <a:prstGeom prst="ellipse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96144" y="1444752"/>
            <a:ext cx="4937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117"/>
                </a:solidFill>
              </a:rP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2084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18CF8"/>
                </a:solidFill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265176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Backend renders 5 Grafana
panels progressively and
serves self-contained 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</a:rPr>
              <a:t>Auto-generated HTML — no manual post-processing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4884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366F1"/>
                </a:solidFill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Total Requests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All HTTP calls made
during the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14884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572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78BFA"/>
                </a:solidFill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Peak req/s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57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Max throughput observed
from InfluxDB timeseries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214884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1572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C55E"/>
                </a:solidFill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Error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57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% of failed requests
with color thresholds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463040"/>
            <a:ext cx="214884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572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59E0B"/>
                </a:solidFill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p95 / p99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2057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Response time percentiles
from K6 summary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463040"/>
            <a:ext cx="2148840" cy="137160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15727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2C55E"/>
                </a:solidFill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54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</a:rPr>
              <a:t>Checks Passed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05740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Custom K6 check results
pass/fail breakdown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18CF8"/>
                </a:solidFill>
              </a:rPr>
              <a:t>Grafana Panels — rendered progressively as they 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20440"/>
            <a:ext cx="3749039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611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Virtual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Live VU ramp-up / ramp-down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520440"/>
            <a:ext cx="3749039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62272" y="3611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Requests per Second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Throughput timeline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520440"/>
            <a:ext cx="3749039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3611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Errors per Second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Error spikes visualised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92040"/>
            <a:ext cx="3749039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4983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Response Time (p90/p95)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5440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Latency percentile bands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892040"/>
            <a:ext cx="3749039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62272" y="4983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</a:rPr>
              <a:t>Response Time Heatmap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54406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Distribution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6736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1673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280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Open  http://localhost  in the 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66544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6654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2996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Add a service — enter IAM credentials, target URL, payload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16352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7977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Configure VUs &amp; duration (e.g. 10 VUs · 60 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2958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Click  Run Test  — watch pod status in real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15968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43159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7939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Click  Download Report  — see charts load progressively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65776"/>
            <a:ext cx="64008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5065776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</a:rPr>
              <a:t>Open Grafana → K6 Load Testing Results for live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</a:rPr>
              <a:t>Access:  http://localhost   |   Grafana: http://localhost/grafana  (admin / 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577840" cy="214884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73152" cy="2148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2C55E"/>
                </a:solidFill>
              </a:rPr>
              <a:t>Zero manual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From IAM auth to rendered report — fully automated.
No YAML editing, no command line, no copy-paste.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214884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73152" cy="21488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35331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366F1"/>
                </a:solidFill>
              </a:rPr>
              <a:t>Production-identical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K3d cluster mirrors EC2 deployment exactly.
Same images, same manifests, same network paths.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577840" cy="214884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73152" cy="2148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</a:rPr>
              <a:t>Observable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7939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Every test streams metrics to InfluxDB and Grafana
in real time — no post-processing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566160"/>
            <a:ext cx="5577840" cy="2148840"/>
          </a:xfrm>
          <a:prstGeom prst="rect">
            <a:avLst/>
          </a:prstGeom>
          <a:solidFill>
            <a:srgbClr val="1A1F2E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566160"/>
            <a:ext cx="73152" cy="2148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7307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78BFA"/>
                </a:solidFill>
              </a:rPr>
              <a:t>Extensible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79392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Add scenarios, save services, run against any
OAuth2-protected API without code changes.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315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</a:rPr>
              <a:t>Infrastructure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Kubernetes resources · namespaces · CPU / RAM limits · network paths · storage</a:t>
            </a:r>
          </a:p>
        </p:txBody>
      </p:sp>
      <p:pic>
        <p:nvPicPr>
          <p:cNvPr id="5" name="Picture 4" descr="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1920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462272"/>
            <a:ext cx="12188952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1F5F9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</a:rPr>
              <a:t>github · epc_owner@fico.com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366F1"/>
                </a:solidFill>
              </a:rPr>
              <a:t>PerfStack — Load Testing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ca0b373-e9b1-4578-8e53-53d6aaa79771}" enabled="1" method="Standard" siteId="{f9465cb1-7889-4d9a-b552-fdd0addf0eb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729</Words>
  <Application>Microsoft Macintosh PowerPoint</Application>
  <PresentationFormat>Custom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 Dragonetti</cp:lastModifiedBy>
  <cp:revision>1</cp:revision>
  <dcterms:created xsi:type="dcterms:W3CDTF">2013-01-27T09:14:16Z</dcterms:created>
  <dcterms:modified xsi:type="dcterms:W3CDTF">2026-04-08T13:23:34Z</dcterms:modified>
  <cp:category/>
</cp:coreProperties>
</file>