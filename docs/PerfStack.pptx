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el Dragonetti" userId="c06dd10d-b37a-4e16-8965-600358690c57" providerId="ADAL" clId="{2A4BE4CE-8C2B-536C-A4E5-C6BA7314B118}"/>
    <pc:docChg chg="modSld">
      <pc:chgData name="Michel Dragonetti" userId="c06dd10d-b37a-4e16-8965-600358690c57" providerId="ADAL" clId="{2A4BE4CE-8C2B-536C-A4E5-C6BA7314B118}" dt="2026-04-08T12:10:26.308" v="9" actId="20577"/>
      <pc:docMkLst>
        <pc:docMk/>
      </pc:docMkLst>
      <pc:sldChg chg="modSp mod">
        <pc:chgData name="Michel Dragonetti" userId="c06dd10d-b37a-4e16-8965-600358690c57" providerId="ADAL" clId="{2A4BE4CE-8C2B-536C-A4E5-C6BA7314B118}" dt="2026-04-08T12:10:11.500" v="5" actId="20577"/>
        <pc:sldMkLst>
          <pc:docMk/>
          <pc:sldMk cId="0" sldId="256"/>
        </pc:sldMkLst>
        <pc:spChg chg="mod">
          <ac:chgData name="Michel Dragonetti" userId="c06dd10d-b37a-4e16-8965-600358690c57" providerId="ADAL" clId="{2A4BE4CE-8C2B-536C-A4E5-C6BA7314B118}" dt="2026-04-08T12:10:11.500" v="5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Michel Dragonetti" userId="c06dd10d-b37a-4e16-8965-600358690c57" providerId="ADAL" clId="{2A4BE4CE-8C2B-536C-A4E5-C6BA7314B118}" dt="2026-04-08T12:10:00.812" v="1" actId="1076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Michel Dragonetti" userId="c06dd10d-b37a-4e16-8965-600358690c57" providerId="ADAL" clId="{2A4BE4CE-8C2B-536C-A4E5-C6BA7314B118}" dt="2026-04-08T12:10:26.308" v="9" actId="20577"/>
        <pc:sldMkLst>
          <pc:docMk/>
          <pc:sldMk cId="0" sldId="265"/>
        </pc:sldMkLst>
        <pc:spChg chg="mod">
          <ac:chgData name="Michel Dragonetti" userId="c06dd10d-b37a-4e16-8965-600358690c57" providerId="ADAL" clId="{2A4BE4CE-8C2B-536C-A4E5-C6BA7314B118}" dt="2026-04-08T12:10:26.308" v="9" actId="20577"/>
          <ac:spMkLst>
            <pc:docMk/>
            <pc:sldMk cId="0" sldId="265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60320"/>
            <a:ext cx="12188952" cy="192024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46227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6000" b="1" dirty="0">
                <a:solidFill>
                  <a:srgbClr val="818CF8"/>
                </a:solidFill>
              </a:rPr>
              <a:t>GSA </a:t>
            </a:r>
            <a:r>
              <a:rPr sz="6000" b="1" dirty="0" err="1">
                <a:solidFill>
                  <a:srgbClr val="818CF8"/>
                </a:solidFill>
              </a:rPr>
              <a:t>PerfStack</a:t>
            </a:r>
            <a:endParaRPr sz="6000" b="1" dirty="0">
              <a:solidFill>
                <a:srgbClr val="818CF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1F5F9"/>
                </a:solidFill>
              </a:rPr>
              <a:t>Load Testing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352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4A3B8"/>
                </a:solidFill>
              </a:rPr>
              <a:t>K6  ·  Grafana  ·  InfluxDB  ·  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FICO — epc_owner@fico.com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14173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2801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366F1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5F9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Why load testing matters before going to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486400" cy="14173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12801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366F1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2801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5F9"/>
                </a:solidFill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78308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Components, data flow, and deployment topology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34640"/>
            <a:ext cx="5486400" cy="14173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29260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366F1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260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5F9"/>
                </a:solidFill>
              </a:rPr>
              <a:t>Tech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290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K6, FastAPI, React, InfluxDB, Grafana, Kubernetes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834640"/>
            <a:ext cx="5486400" cy="14173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73952" y="29260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366F1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9260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5F9"/>
                </a:solidFill>
              </a:rPr>
              <a:t>How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4290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End-to-end flow: from UI click to rendered report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5486400" cy="14173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45720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366F1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5F9"/>
                </a:solidFill>
              </a:rPr>
              <a:t>Reporting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07492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Metrics, KPIs, Grafana charts — all in one HTML 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480560"/>
            <a:ext cx="5486400" cy="14173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5720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366F1"/>
                </a:solidFill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5720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5F9"/>
                </a:solidFill>
              </a:rPr>
              <a:t>Live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507492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Running a real load test against a target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</a:rPr>
              <a:t>Performance issues discovered in production — not before.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486400" cy="201168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6642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F4444"/>
                </a:solidFill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6459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1F5F9"/>
                </a:solidFill>
              </a:rPr>
              <a:t>No visibility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48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APIs fail under real concurrency.
Problems only surface after 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554480"/>
            <a:ext cx="5486400" cy="201168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F4444"/>
                </a:solidFill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6459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1F5F9"/>
                </a:solidFill>
              </a:rPr>
              <a:t>Manual &amp; slow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48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Running k6 locally means copy-pasting
commands, reading raw JSON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0480"/>
            <a:ext cx="5486400" cy="201168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39502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F4444"/>
                </a:solidFill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319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1F5F9"/>
                </a:solidFill>
              </a:rPr>
              <a:t>No shared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434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Individual developers test in silos.
No historical comparison, no team reports.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840480"/>
            <a:ext cx="5486400" cy="201168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39502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F4444"/>
                </a:solidFill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9319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1F5F9"/>
                </a:solidFill>
              </a:rPr>
              <a:t>OAuth complexity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4348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Target APIs require bearer tokens.
Token lifecycle is a manual chore.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18CF8"/>
                </a:solidFill>
              </a:rPr>
              <a:t>PerfStack solves all of this — one platform, zero manual steps.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30352" y="1444752"/>
            <a:ext cx="164592" cy="16459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704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C55E"/>
                </a:solidFill>
              </a:rPr>
              <a:t>K6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60020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Load testing engine — VU-based, JS scripts,
Streams metrics to InfluxDB via xk6-output-influxdb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09728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428232" y="1444752"/>
            <a:ext cx="164592" cy="16459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11704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C55E"/>
                </a:solidFill>
              </a:rPr>
              <a:t>k6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60020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Kubernetes CRD — runs K6 as parallelized Jobs
(4 pods × configured VUs)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2316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30352" y="2770632"/>
            <a:ext cx="164592" cy="164592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49631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366F1"/>
                </a:solidFill>
              </a:rPr>
              <a:t>FastAPI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92608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Python backend — IAM auth, job lifecycle,
Grafana render API, HTML report generation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42316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28232" y="2770632"/>
            <a:ext cx="164592" cy="164592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0840" y="249631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366F1"/>
                </a:solidFill>
              </a:rPr>
              <a:t>React + Vite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92608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Frontend SPA — test config, live pod monitor,
progressive chart loader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4904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30352" y="4096512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38221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InfluxDB 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25196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Time-series store — receives K6 metrics in real-time
Queried via InfluxQL compatibility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4904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28232" y="4096512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20840" y="38221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Grafana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25196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Dashboard + image renderer — panels rendered
to PNG via headless Chromium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0352" y="5422392"/>
            <a:ext cx="164592" cy="16459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14807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</a:rPr>
              <a:t>K3d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557784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Local Kubernetes cluster on Docker —
production-identical topology on a laptop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5074920"/>
            <a:ext cx="5577840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428232" y="5422392"/>
            <a:ext cx="164592" cy="16459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20840" y="514807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</a:rPr>
              <a:t>nginx Ingress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557784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Single entry point — routes /api → backend,
/ → frontend, /grafana → Grafana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2103120" cy="43891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97280" y="1463040"/>
            <a:ext cx="457200" cy="4572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8992" y="1444752"/>
            <a:ext cx="493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117"/>
                </a:solidFill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366F1"/>
                </a:solidFill>
              </a:rPr>
              <a:t>Configure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65176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Pick target URL, payload,
VUs, duration, IAM creds
in the React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4872" y="339852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3748"/>
                </a:solidFill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280160"/>
            <a:ext cx="2103120" cy="43891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401568" y="1463040"/>
            <a:ext cx="457200" cy="45720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444752"/>
            <a:ext cx="493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117"/>
                </a:solidFill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C55E"/>
                </a:solidFill>
              </a:rP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265176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Backend calls IAM OAuth2
(client credentials flow)
and caches Bearer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39852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3748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82896" y="1280160"/>
            <a:ext cx="2103120" cy="43891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05856" y="14630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87568" y="1444752"/>
            <a:ext cx="493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117"/>
                </a:solidFill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0056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</a:rPr>
              <a:t>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0056" y="265176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K6 Operator creates a
TestRun CRD — spins up
4 parallel K6 pods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39852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3748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87184" y="1280160"/>
            <a:ext cx="2103120" cy="43891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010144" y="1463040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91856" y="1444752"/>
            <a:ext cx="493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117"/>
                </a:solidFill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4344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78BFA"/>
                </a:solidFill>
              </a:rPr>
              <a:t>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4344" y="265176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K6 pods hammer the target
API and stream metrics to
InfluxDB every second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7736" y="339852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3748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91472" y="1280160"/>
            <a:ext cx="2103120" cy="43891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314432" y="1463040"/>
            <a:ext cx="457200" cy="45720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296144" y="1444752"/>
            <a:ext cx="493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117"/>
                </a:solidFill>
              </a:rPr>
              <a:t>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18CF8"/>
                </a:solidFill>
              </a:rPr>
              <a:t>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265176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Backend renders 5 Grafana
panels progressively and
serves self-contained 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Performance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Auto-generated HTML — no manual post-processing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148840" cy="137160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366F1"/>
                </a:solidFill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</a:rPr>
              <a:t>Total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All HTTP calls made
during the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63040"/>
            <a:ext cx="2148840" cy="137160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15727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78BFA"/>
                </a:solidFill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</a:rPr>
              <a:t>Peak req/s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574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Max throughput observed
from InfluxDB timeseries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2148840" cy="137160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66360" y="15727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C55E"/>
                </a:solidFill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</a:rPr>
              <a:t>Error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0574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% of failed requests
with color thresholds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463040"/>
            <a:ext cx="2148840" cy="137160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0" y="15727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59E0B"/>
                </a:solidFill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</a:rPr>
              <a:t>p95 / p99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20574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Response time percentiles
from K6 summary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463040"/>
            <a:ext cx="2148840" cy="137160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29800" y="15727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C55E"/>
                </a:solidFill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15544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</a:rPr>
              <a:t>Checks Passed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0574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Custom K6 check results
pass/fail breakdown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18CF8"/>
                </a:solidFill>
              </a:rPr>
              <a:t>Grafana Panels — rendered progressively as they load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20440"/>
            <a:ext cx="3749039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0352" y="36118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F5F9"/>
                </a:solidFill>
              </a:rPr>
              <a:t>Virtual Users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069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Live VU ramp-up / ramp-down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520440"/>
            <a:ext cx="3749039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62272" y="36118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F5F9"/>
                </a:solidFill>
              </a:rPr>
              <a:t>Requests per Second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2" y="4069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Throughput timeline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520440"/>
            <a:ext cx="3749039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94192" y="36118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F5F9"/>
                </a:solidFill>
              </a:rPr>
              <a:t>Errors per Second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4069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Error spikes visualised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892040"/>
            <a:ext cx="3749039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0352" y="49834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F5F9"/>
                </a:solidFill>
              </a:rPr>
              <a:t>Response Time (p90/p95)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54406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Latency percentile bands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80" y="4892040"/>
            <a:ext cx="3749039" cy="118872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62272" y="49834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F5F9"/>
                </a:solidFill>
              </a:rPr>
              <a:t>Response Time Heatmap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2272" y="54406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Distribution over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6736"/>
            <a:ext cx="6400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8016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</a:rPr>
              <a:t>Open  http://localhost  in the browser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66544"/>
            <a:ext cx="6400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066544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29968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</a:rPr>
              <a:t>Add a service — enter IAM credentials, target URL, payload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6352"/>
            <a:ext cx="6400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81635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79776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</a:rPr>
              <a:t>Configure VUs &amp; duration (e.g. 10 VUs · 60 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6400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5661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29584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</a:rPr>
              <a:t>Click  Run Test  — watch pod status in real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15968"/>
            <a:ext cx="6400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3159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79392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</a:rPr>
              <a:t>Click  Download Report  — see charts load progressively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065776"/>
            <a:ext cx="64008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065776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1F5F9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02920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</a:rPr>
              <a:t>Open Grafana → K6 Load Testing Results for live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Access:  http://localhost   |   Grafana: http://localhost/grafana  (admin / admin)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577840" cy="214884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21488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C55E"/>
                </a:solidFill>
              </a:rPr>
              <a:t>Zero manual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0195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From IAM auth to rendered report — fully automated.
No YAML editing, no command line, no copy-paste.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577840" cy="214884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73152" cy="2148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3533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366F1"/>
                </a:solidFill>
              </a:rPr>
              <a:t>Production-identical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0195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K3d cluster mirrors EC2 deployment exactly.
Same images, same manifests, same network paths.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5577840" cy="214884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73152" cy="2148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</a:rPr>
              <a:t>Observable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7939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Every test streams metrics to InfluxDB and Grafana
in real time — no post-processing needed.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566160"/>
            <a:ext cx="5577840" cy="2148840"/>
          </a:xfrm>
          <a:prstGeom prst="rect">
            <a:avLst/>
          </a:prstGeom>
          <a:solidFill>
            <a:srgbClr val="1A1F2E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3566160"/>
            <a:ext cx="73152" cy="21488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3730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78BFA"/>
                </a:solidFill>
              </a:rPr>
              <a:t>Extensible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27939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Add scenarios, save services, run against any
OAuth2-protected API without code changes.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60320"/>
            <a:ext cx="12188952" cy="192024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462272"/>
            <a:ext cx="12188952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1F5F9"/>
                </a:solidFill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4A3B8"/>
                </a:solidFill>
              </a:rPr>
              <a:t>github · epc_owner@fico.com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8828" y="4553711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b="0" dirty="0">
                <a:solidFill>
                  <a:srgbClr val="6366F1"/>
                </a:solidFill>
              </a:rPr>
              <a:t>GSA </a:t>
            </a:r>
            <a:r>
              <a:rPr sz="1400" b="0" dirty="0" err="1">
                <a:solidFill>
                  <a:srgbClr val="6366F1"/>
                </a:solidFill>
              </a:rPr>
              <a:t>PerfStack</a:t>
            </a:r>
            <a:r>
              <a:rPr sz="1400" b="0" dirty="0">
                <a:solidFill>
                  <a:srgbClr val="6366F1"/>
                </a:solidFill>
              </a:rPr>
              <a:t> — Load Testing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ca0b373-e9b1-4578-8e53-53d6aaa79771}" enabled="1" method="Standard" siteId="{f9465cb1-7889-4d9a-b552-fdd0addf0eb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715</Words>
  <Application>Microsoft Macintosh PowerPoint</Application>
  <PresentationFormat>Custom</PresentationFormat>
  <Paragraphs>130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Michel Dragonetti</cp:lastModifiedBy>
  <cp:revision>1</cp:revision>
  <dcterms:created xsi:type="dcterms:W3CDTF">2013-01-27T09:14:16Z</dcterms:created>
  <dcterms:modified xsi:type="dcterms:W3CDTF">2026-04-08T12:10:31Z</dcterms:modified>
  <cp:category/>
</cp:coreProperties>
</file>